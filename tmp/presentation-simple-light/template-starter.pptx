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680e5301a64618" /><Relationship Type="http://schemas.openxmlformats.org/officeDocument/2006/relationships/extended-properties" Target="/docProps/app.xml" Id="R79168162d00d46b9" /><Relationship Type="http://schemas.openxmlformats.org/officeDocument/2006/relationships/officeDocument" Target="/ppt/presentation.xml" Id="Rc970f999bee64e6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81e0abc1aff4e7e"/>
  </p:sldMasterIdLst>
  <p:notesMasterIdLst>
    <p:notesMasterId xmlns:r="http://schemas.openxmlformats.org/officeDocument/2006/relationships" r:id="R6caa26917ec848e8"/>
  </p:notesMasterIdLst>
  <p:sldIdLst>
    <p:sldId xmlns:r="http://schemas.openxmlformats.org/officeDocument/2006/relationships" id="256" r:id="Rbc5b5456be744a36"/>
    <p:sldId xmlns:r="http://schemas.openxmlformats.org/officeDocument/2006/relationships" id="257" r:id="Rbe7bdc3386234945"/>
    <p:sldId xmlns:r="http://schemas.openxmlformats.org/officeDocument/2006/relationships" id="258" r:id="R1c4a4b156a014d84"/>
    <p:sldId xmlns:r="http://schemas.openxmlformats.org/officeDocument/2006/relationships" id="259" r:id="R614a48d23cdf4768"/>
    <p:sldId xmlns:r="http://schemas.openxmlformats.org/officeDocument/2006/relationships" id="260" r:id="Re2814d0c6ca04a7c"/>
    <p:sldId xmlns:r="http://schemas.openxmlformats.org/officeDocument/2006/relationships" id="261" r:id="R842933a08b7d4ae9"/>
    <p:sldId xmlns:r="http://schemas.openxmlformats.org/officeDocument/2006/relationships" id="262" r:id="Ra02057e5c46c4ca2"/>
    <p:sldId xmlns:r="http://schemas.openxmlformats.org/officeDocument/2006/relationships" id="263" r:id="Rabde45e30e7b4a3b"/>
    <p:sldId xmlns:r="http://schemas.openxmlformats.org/officeDocument/2006/relationships" id="264" r:id="Rbfbd0988195d4760"/>
    <p:sldId xmlns:r="http://schemas.openxmlformats.org/officeDocument/2006/relationships" id="265" r:id="Rf595462088d54957"/>
    <p:sldId xmlns:r="http://schemas.openxmlformats.org/officeDocument/2006/relationships" id="266" r:id="Ra83369c81f064031"/>
    <p:sldId xmlns:r="http://schemas.openxmlformats.org/officeDocument/2006/relationships" id="267" r:id="R0a26655a47734959"/>
    <p:sldId xmlns:r="http://schemas.openxmlformats.org/officeDocument/2006/relationships" id="268" r:id="R32a47aec3ae74593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7fdd7e49e38c4fcb"/>
      <p:bold xmlns:r="http://schemas.openxmlformats.org/officeDocument/2006/relationships" r:id="R10b8ef681c584579"/>
      <p:italic xmlns:r="http://schemas.openxmlformats.org/officeDocument/2006/relationships" r:id="Ra17f03d7a28e44b4"/>
      <p:boldItalic xmlns:r="http://schemas.openxmlformats.org/officeDocument/2006/relationships" r:id="R2b939a7f50364fc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432eb509264a31" /><Relationship Type="http://schemas.openxmlformats.org/officeDocument/2006/relationships/slideMaster" Target="/ppt/slideMasters/slideMaster1.xml" Id="Rb81e0abc1aff4e7e" /><Relationship Type="http://schemas.openxmlformats.org/officeDocument/2006/relationships/notesMaster" Target="/ppt/notesMasters/notesMaster1.xml" Id="R6caa26917ec848e8" /><Relationship Type="http://schemas.openxmlformats.org/officeDocument/2006/relationships/presProps" Target="/ppt/presProps.xml" Id="R84c0cd8e8c06481d" /><Relationship Type="http://schemas.openxmlformats.org/officeDocument/2006/relationships/viewProps" Target="/ppt/viewProps.xml" Id="Rb52af668fe574e06" /><Relationship Type="http://schemas.openxmlformats.org/officeDocument/2006/relationships/tableStyles" Target="/ppt/tableStyles.xml" Id="R62ec22fb0f7a49e7" /><Relationship Type="http://schemas.openxmlformats.org/officeDocument/2006/relationships/font" Target="/ppt/fonts/font.dat" Id="R7fdd7e49e38c4fcb" /><Relationship Type="http://schemas.openxmlformats.org/officeDocument/2006/relationships/font" Target="/ppt/fonts/font2.dat" Id="R10b8ef681c584579" /><Relationship Type="http://schemas.openxmlformats.org/officeDocument/2006/relationships/font" Target="/ppt/fonts/font3.dat" Id="Ra17f03d7a28e44b4" /><Relationship Type="http://schemas.openxmlformats.org/officeDocument/2006/relationships/font" Target="/ppt/fonts/font4.dat" Id="R2b939a7f50364fc6" /><Relationship Type="http://schemas.openxmlformats.org/officeDocument/2006/relationships/slide" Target="/ppt/slides/slide1.xml" Id="Rbc5b5456be744a36" /><Relationship Type="http://schemas.openxmlformats.org/officeDocument/2006/relationships/slide" Target="/ppt/slides/slide2.xml" Id="Rbe7bdc3386234945" /><Relationship Type="http://schemas.openxmlformats.org/officeDocument/2006/relationships/slide" Target="/ppt/slides/slide3.xml" Id="R1c4a4b156a014d84" /><Relationship Type="http://schemas.openxmlformats.org/officeDocument/2006/relationships/slide" Target="/ppt/slides/slide4.xml" Id="R614a48d23cdf4768" /><Relationship Type="http://schemas.openxmlformats.org/officeDocument/2006/relationships/slide" Target="/ppt/slides/slide5.xml" Id="Re2814d0c6ca04a7c" /><Relationship Type="http://schemas.openxmlformats.org/officeDocument/2006/relationships/slide" Target="/ppt/slides/slide6.xml" Id="R842933a08b7d4ae9" /><Relationship Type="http://schemas.openxmlformats.org/officeDocument/2006/relationships/slide" Target="/ppt/slides/slide7.xml" Id="Ra02057e5c46c4ca2" /><Relationship Type="http://schemas.openxmlformats.org/officeDocument/2006/relationships/slide" Target="/ppt/slides/slide8.xml" Id="Rabde45e30e7b4a3b" /><Relationship Type="http://schemas.openxmlformats.org/officeDocument/2006/relationships/slide" Target="/ppt/slides/slide9.xml" Id="Rbfbd0988195d4760" /><Relationship Type="http://schemas.openxmlformats.org/officeDocument/2006/relationships/slide" Target="/ppt/slides/slide10.xml" Id="Rf595462088d54957" /><Relationship Type="http://schemas.openxmlformats.org/officeDocument/2006/relationships/slide" Target="/ppt/slides/slide11.xml" Id="Ra83369c81f064031" /><Relationship Type="http://schemas.openxmlformats.org/officeDocument/2006/relationships/slide" Target="/ppt/slides/slide12.xml" Id="R0a26655a47734959" /><Relationship Type="http://schemas.openxmlformats.org/officeDocument/2006/relationships/slide" Target="/ppt/slides/slide13.xml" Id="R32a47aec3ae745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21e55c200741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6824ce784a44da" /><Relationship Type="http://schemas.openxmlformats.org/officeDocument/2006/relationships/notesMaster" Target="/ppt/notesMasters/notesMaster1.xml" Id="R497731e93a894c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f3d92b87154eff" /><Relationship Type="http://schemas.openxmlformats.org/officeDocument/2006/relationships/notesMaster" Target="/ppt/notesMasters/notesMaster1.xml" Id="Rb484e5efb3374d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106e02035e46be" /><Relationship Type="http://schemas.openxmlformats.org/officeDocument/2006/relationships/notesMaster" Target="/ppt/notesMasters/notesMaster1.xml" Id="Re5cae6e7578f44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436f021b8a4e0f" /><Relationship Type="http://schemas.openxmlformats.org/officeDocument/2006/relationships/notesMaster" Target="/ppt/notesMasters/notesMaster1.xml" Id="R0165f9a62b0d4e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e754dfafcf4d3b" /><Relationship Type="http://schemas.openxmlformats.org/officeDocument/2006/relationships/notesMaster" Target="/ppt/notesMasters/notesMaster1.xml" Id="Ra2f2e2ac5f2648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a390ce3fb54074" /><Relationship Type="http://schemas.openxmlformats.org/officeDocument/2006/relationships/notesMaster" Target="/ppt/notesMasters/notesMaster1.xml" Id="Rb435e39d6fbc4a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975b27a2f4420c" /><Relationship Type="http://schemas.openxmlformats.org/officeDocument/2006/relationships/notesMaster" Target="/ppt/notesMasters/notesMaster1.xml" Id="Ra317f697657848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fd2856f98d4818" /><Relationship Type="http://schemas.openxmlformats.org/officeDocument/2006/relationships/notesMaster" Target="/ppt/notesMasters/notesMaster1.xml" Id="Rbcaa8f21050d46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2150d946bd4f66" /><Relationship Type="http://schemas.openxmlformats.org/officeDocument/2006/relationships/notesMaster" Target="/ppt/notesMasters/notesMaster1.xml" Id="R8f858162ba3f4b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cf052c05854107" /><Relationship Type="http://schemas.openxmlformats.org/officeDocument/2006/relationships/notesMaster" Target="/ppt/notesMasters/notesMaster1.xml" Id="R08eb4b5417664a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45f7798a2b41c3" /><Relationship Type="http://schemas.openxmlformats.org/officeDocument/2006/relationships/notesMaster" Target="/ppt/notesMasters/notesMaster1.xml" Id="Rc284f39571b147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e89998a7e34c4e" /><Relationship Type="http://schemas.openxmlformats.org/officeDocument/2006/relationships/notesMaster" Target="/ppt/notesMasters/notesMaster1.xml" Id="R04cbb82552f248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199480203e49b2" /><Relationship Type="http://schemas.openxmlformats.org/officeDocument/2006/relationships/notesMaster" Target="/ppt/notesMasters/notesMaster1.xml" Id="Rcbbb6324736b47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bd833b5a844b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b67ce582b240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be153e26f4c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aff237d3b84a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b8fbbda59746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59d58a2d5742b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e0e2f8fa544b7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2a376cefa540ae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77eed6bc4e467e" /><Relationship Type="http://schemas.openxmlformats.org/officeDocument/2006/relationships/slideLayout" Target="/ppt/slideLayouts/slideLayout1.xml" Id="Rc1518d2279cf4a25" /><Relationship Type="http://schemas.openxmlformats.org/officeDocument/2006/relationships/slideLayout" Target="/ppt/slideLayouts/slideLayout2.xml" Id="R221752b834464ce0" /><Relationship Type="http://schemas.openxmlformats.org/officeDocument/2006/relationships/slideLayout" Target="/ppt/slideLayouts/slideLayout3.xml" Id="Rb442a74e34a34e23" /><Relationship Type="http://schemas.openxmlformats.org/officeDocument/2006/relationships/slideLayout" Target="/ppt/slideLayouts/slideLayout4.xml" Id="R336d71ef4bc642c1" /><Relationship Type="http://schemas.openxmlformats.org/officeDocument/2006/relationships/slideLayout" Target="/ppt/slideLayouts/slideLayout5.xml" Id="R62ab533051f44fce" /><Relationship Type="http://schemas.openxmlformats.org/officeDocument/2006/relationships/slideLayout" Target="/ppt/slideLayouts/slideLayout6.xml" Id="Rd7fd1f580ff6424c" /><Relationship Type="http://schemas.openxmlformats.org/officeDocument/2006/relationships/slideLayout" Target="/ppt/slideLayouts/slideLayout7.xml" Id="Re90a2032208a4253" /><Relationship Type="http://schemas.openxmlformats.org/officeDocument/2006/relationships/slideLayout" Target="/ppt/slideLayouts/slideLayout8.xml" Id="Rcf188ae91bb14a7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518d2279cf4a25"/>
    <p:sldLayoutId xmlns:r="http://schemas.openxmlformats.org/officeDocument/2006/relationships" id="2147483650" r:id="R221752b834464ce0"/>
    <p:sldLayoutId xmlns:r="http://schemas.openxmlformats.org/officeDocument/2006/relationships" id="2147483651" r:id="Rb442a74e34a34e23"/>
    <p:sldLayoutId xmlns:r="http://schemas.openxmlformats.org/officeDocument/2006/relationships" id="2147483652" r:id="R336d71ef4bc642c1"/>
    <p:sldLayoutId xmlns:r="http://schemas.openxmlformats.org/officeDocument/2006/relationships" id="2147483653" r:id="R62ab533051f44fce"/>
    <p:sldLayoutId xmlns:r="http://schemas.openxmlformats.org/officeDocument/2006/relationships" id="2147483654" r:id="Rd7fd1f580ff6424c"/>
    <p:sldLayoutId xmlns:r="http://schemas.openxmlformats.org/officeDocument/2006/relationships" id="2147483655" r:id="Re90a2032208a4253"/>
    <p:sldLayoutId xmlns:r="http://schemas.openxmlformats.org/officeDocument/2006/relationships" id="2147483656" r:id="Rcf188ae91bb14a74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cbda423f64f0e" /><Relationship Type="http://schemas.openxmlformats.org/officeDocument/2006/relationships/notesSlide" Target="/ppt/notesSlides/notesSlide1.xml" Id="R082482c80a1d47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afbd8a93594b78" /><Relationship Type="http://schemas.openxmlformats.org/officeDocument/2006/relationships/notesSlide" Target="/ppt/notesSlides/notesSlide2.xml" Id="R527c2e78487748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1cda726a514c75" /><Relationship Type="http://schemas.openxmlformats.org/officeDocument/2006/relationships/notesSlide" Target="/ppt/notesSlides/notesSlide3.xml" Id="R29e105c9ed5341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ecf988f03d46d5" /><Relationship Type="http://schemas.openxmlformats.org/officeDocument/2006/relationships/notesSlide" Target="/ppt/notesSlides/notesSlide4.xml" Id="Rab015dcbd8d243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f1c274332d4d8a" /><Relationship Type="http://schemas.openxmlformats.org/officeDocument/2006/relationships/image" Target="/ppt/media/image.png" Id="R92b92bb704cb4ba3" /><Relationship Type="http://schemas.openxmlformats.org/officeDocument/2006/relationships/notesSlide" Target="/ppt/notesSlides/notesSlide5.xml" Id="Rd4c4ab4e7b2b48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e2f5e2f8264a94" /><Relationship Type="http://schemas.openxmlformats.org/officeDocument/2006/relationships/image" Target="/ppt/media/image.png" Id="R778adc0b04534c89" /><Relationship Type="http://schemas.openxmlformats.org/officeDocument/2006/relationships/notesSlide" Target="/ppt/notesSlides/notesSlide6.xml" Id="R2900f3a8672645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7d319d9a7d46e3" /><Relationship Type="http://schemas.openxmlformats.org/officeDocument/2006/relationships/image" Target="/ppt/media/image.png" Id="R219967ff2d744bc2" /><Relationship Type="http://schemas.openxmlformats.org/officeDocument/2006/relationships/notesSlide" Target="/ppt/notesSlides/notesSlide7.xml" Id="Rb670354e80e449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4de5164dba4b43" /><Relationship Type="http://schemas.openxmlformats.org/officeDocument/2006/relationships/chart" Target="/ppt/slides/charts/chart1.xml" Id="R1c8cc4f9498f47fb" /><Relationship Type="http://schemas.openxmlformats.org/officeDocument/2006/relationships/notesSlide" Target="/ppt/notesSlides/notesSlide8.xml" Id="R29694360d18e4d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21906fa0a04041" /><Relationship Type="http://schemas.openxmlformats.org/officeDocument/2006/relationships/chart" Target="/ppt/slides/charts/chart2.xml" Id="R7aedd0a7b81f4f43" /><Relationship Type="http://schemas.openxmlformats.org/officeDocument/2006/relationships/notesSlide" Target="/ppt/notesSlides/notesSlide9.xml" Id="R1bc6a1f0d0f04f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3f095d9b94461e" /><Relationship Type="http://schemas.openxmlformats.org/officeDocument/2006/relationships/image" Target="/ppt/media/image.png" Id="R21318c6b24da451b" /><Relationship Type="http://schemas.openxmlformats.org/officeDocument/2006/relationships/notesSlide" Target="/ppt/notesSlides/notesSlide10.xml" Id="R80d5099001c846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8c7dbd07b446cd" /><Relationship Type="http://schemas.openxmlformats.org/officeDocument/2006/relationships/notesSlide" Target="/ppt/notesSlides/notesSlide11.xml" Id="R18b0f3fa5df04a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8bac63b7454b4b" /><Relationship Type="http://schemas.openxmlformats.org/officeDocument/2006/relationships/image" Target="/ppt/media/image.png" Id="R182c41bab43f4dab" /><Relationship Type="http://schemas.openxmlformats.org/officeDocument/2006/relationships/notesSlide" Target="/ppt/notesSlides/notesSlide12.xml" Id="R5ec66e4a037c48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284e983f3e4dea" /><Relationship Type="http://schemas.openxmlformats.org/officeDocument/2006/relationships/notesSlide" Target="/ppt/notesSlides/notesSlide13.xml" Id="Rc07950d0ee914bc5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 xmlns:a="http://schemas.openxmlformats.org/drawingml/2006/main">
              <a:schemeClr val="tx2">
                <a:lumMod val="50000"/>
                <a:lumOff val="50000"/>
              </a:schemeClr>
            </a:solidFill>
            <a:ln xmlns:a="http://schemas.openxmlformats.org/drawingml/2006/main">
              <a:solidFill>
                <a:schemeClr val="tx2">
                  <a:lumMod val="50000"/>
                  <a:lumOff val="50000"/>
                </a:schemeClr>
              </a:solidFill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overlap val="-16"/>
        <c:axId val="1785928255"/>
        <c:axId val="1769229823"/>
      </c:bar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Algn val="ctr"/>
        <c:lblOffset val="100"/>
        <c:noMultiLvlLbl val="0"/>
      </c:catAx>
      <c:valAx>
        <c:axId val="1769229823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  <c:majorUnit val="2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5806745349794367"/>
          <c:y val="0.02738737462131148"/>
          <c:w val="0.33176846567900986"/>
          <c:h val="0.05005992543055356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xmlns:a="http://schemas.openxmlformats.org/drawingml/2006/main"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tx2">
                  <a:lumMod val="50000"/>
                  <a:lumOff val="50000"/>
                </a:schemeClr>
              </a:solidFill>
              <a:ln xmlns:a="http://schemas.openxmlformats.org/drawingml/2006/main"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Algn val="ctr"/>
        <c:lblOffset val="100"/>
        <c:noMultiLvlLbl val="0"/>
      </c:catAx>
      <c:valAx>
        <c:axId val="1769229823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  <c:majorUnit val="2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5806745349794367"/>
          <c:y val="0.02738737462131148"/>
          <c:w val="0.3998733846690067"/>
          <c:h val="0.046123948895864915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Simple Light Mode Presentation Template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42208"/>
            <a:ext cx="5702301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/>
              <a:t>Lorem ipsum dolor sit </a:t>
            </a:r>
            <a:r>
              <a:rPr sz="1800"/>
              <a:t>amet</a:t>
            </a:r>
            <a:r>
              <a:rPr sz="1800"/>
              <a:t>, </a:t>
            </a:r>
            <a:r>
              <a:rPr sz="1800"/>
              <a:t>consectetur</a:t>
            </a:r>
            <a:r>
              <a:rPr sz="1800"/>
              <a:t> </a:t>
            </a:r>
            <a:r>
              <a:rPr sz="1800"/>
              <a:t>adipiscing</a:t>
            </a:r>
            <a:r>
              <a:rPr sz="1800"/>
              <a:t> </a:t>
            </a:r>
            <a:r>
              <a:rPr sz="1800"/>
              <a:t>elit</a:t>
            </a:r>
            <a:r>
              <a:rPr sz="1800"/>
              <a:t>. </a:t>
            </a:r>
            <a:r>
              <a:rPr sz="1800"/>
              <a:t>Pellentesque</a:t>
            </a:r>
            <a:r>
              <a:rPr sz="1800"/>
              <a:t> </a:t>
            </a:r>
            <a:r>
              <a:rPr sz="1800"/>
              <a:t>ultricies</a:t>
            </a:r>
            <a:r>
              <a:rPr sz="1800"/>
              <a:t> </a:t>
            </a:r>
            <a:r>
              <a:rPr sz="1800"/>
              <a:t>quam</a:t>
            </a:r>
            <a:r>
              <a:rPr sz="1800"/>
              <a:t> </a:t>
            </a:r>
            <a:r>
              <a:rPr sz="1800"/>
              <a:t>ut</a:t>
            </a:r>
            <a:r>
              <a:rPr sz="1800"/>
              <a:t> </a:t>
            </a:r>
            <a:r>
              <a:rPr sz="1800"/>
              <a:t>massa</a:t>
            </a:r>
            <a:r>
              <a:rPr sz="1800"/>
              <a:t> </a:t>
            </a:r>
            <a:r>
              <a:rPr sz="1800"/>
              <a:t>luctus</a:t>
            </a:r>
            <a:r>
              <a:rPr sz="1800"/>
              <a:t> cursus. </a:t>
            </a:r>
            <a:r>
              <a:rPr sz="1800"/>
              <a:t>Nullam</a:t>
            </a:r>
            <a:r>
              <a:rPr sz="1800"/>
              <a:t> pharetra </a:t>
            </a:r>
            <a:r>
              <a:rPr sz="1800"/>
              <a:t>mauris</a:t>
            </a:r>
            <a:r>
              <a:rPr sz="1800"/>
              <a:t> </a:t>
            </a:r>
            <a:r>
              <a:rPr sz="1800"/>
              <a:t>tortor</a:t>
            </a:r>
            <a:r>
              <a:rPr sz="1800"/>
              <a:t>. In hac </a:t>
            </a:r>
            <a:r>
              <a:rPr sz="1800"/>
              <a:t>habitasse</a:t>
            </a:r>
            <a:r>
              <a:rPr sz="1800"/>
              <a:t> </a:t>
            </a:r>
            <a:r>
              <a:rPr sz="1800"/>
              <a:t>platea</a:t>
            </a:r>
            <a:r>
              <a:rPr sz="1800"/>
              <a:t>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Supertitle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838848"/>
            <a:ext cx="5533190" cy="415555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400">
                <a:latin typeface="Helvetica Neue"/>
                <a:ea typeface="Helvetica Neue"/>
                <a:cs typeface="Helvetica Neue"/>
              </a:rPr>
              <a:t>amet</a:t>
            </a:r>
            <a:r>
              <a:rPr sz="1400">
                <a:latin typeface="Helvetica Neue"/>
                <a:ea typeface="Helvetica Neue"/>
                <a:cs typeface="Helvetica Neue"/>
              </a:rPr>
              <a:t>, </a:t>
            </a:r>
            <a:r>
              <a:rPr sz="14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elit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ultricies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quam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luctus</a:t>
            </a:r>
            <a:r>
              <a:rPr sz="1400">
                <a:latin typeface="Helvetica Neue"/>
                <a:ea typeface="Helvetica Neue"/>
                <a:cs typeface="Helvetica Neue"/>
              </a:rPr>
              <a:t> cursus. </a:t>
            </a:r>
            <a:r>
              <a:rPr sz="1400">
                <a:latin typeface="Helvetica Neue"/>
                <a:ea typeface="Helvetica Neue"/>
                <a:cs typeface="Helvetica Neue"/>
              </a:rPr>
              <a:t>Nullam</a:t>
            </a:r>
            <a:r>
              <a:rPr sz="14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400">
                <a:latin typeface="Helvetica Neue"/>
                <a:ea typeface="Helvetica Neue"/>
                <a:cs typeface="Helvetica Neue"/>
              </a:rPr>
              <a:t>mauris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tortor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Proin </a:t>
            </a:r>
            <a:r>
              <a:rPr sz="1400">
                <a:latin typeface="Helvetica Neue"/>
                <a:ea typeface="Helvetica Neue"/>
                <a:cs typeface="Helvetica Neue"/>
              </a:rPr>
              <a:t>mattis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nibh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risus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Nulla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tempor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elementum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dapibus</a:t>
            </a:r>
            <a:r>
              <a:rPr sz="1400"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 sz="1400">
                <a:latin typeface="Helvetica Neue"/>
                <a:ea typeface="Helvetica Neue"/>
                <a:cs typeface="Helvetica Neue"/>
              </a:rPr>
              <a:t>enim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fringilla</a:t>
            </a:r>
            <a:r>
              <a:rPr sz="1400">
                <a:latin typeface="Helvetica Neue"/>
                <a:ea typeface="Helvetica Neue"/>
                <a:cs typeface="Helvetica Neue"/>
              </a:rPr>
              <a:t> tempus nec in </a:t>
            </a:r>
            <a:r>
              <a:rPr sz="1400">
                <a:latin typeface="Helvetica Neue"/>
                <a:ea typeface="Helvetica Neue"/>
                <a:cs typeface="Helvetica Neue"/>
              </a:rPr>
              <a:t>lectus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400">
                <a:latin typeface="Helvetica Neue"/>
                <a:ea typeface="Helvetica Neue"/>
                <a:cs typeface="Helvetica Neue"/>
              </a:rPr>
              <a:t>amet</a:t>
            </a:r>
            <a:r>
              <a:rPr sz="1400">
                <a:latin typeface="Helvetica Neue"/>
                <a:ea typeface="Helvetica Neue"/>
                <a:cs typeface="Helvetica Neue"/>
              </a:rPr>
              <a:t>, </a:t>
            </a:r>
            <a:r>
              <a:rPr sz="14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elit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ultricies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quam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luctus</a:t>
            </a:r>
            <a:r>
              <a:rPr sz="1400">
                <a:latin typeface="Helvetica Neue"/>
                <a:ea typeface="Helvetica Neue"/>
                <a:cs typeface="Helvetica Neue"/>
              </a:rPr>
              <a:t> cursus. </a:t>
            </a:r>
            <a:r>
              <a:rPr sz="1400">
                <a:latin typeface="Helvetica Neue"/>
                <a:ea typeface="Helvetica Neue"/>
                <a:cs typeface="Helvetica Neue"/>
              </a:rPr>
              <a:t>Nullam</a:t>
            </a:r>
            <a:r>
              <a:rPr sz="14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400">
                <a:latin typeface="Helvetica Neue"/>
                <a:ea typeface="Helvetica Neue"/>
                <a:cs typeface="Helvetica Neue"/>
              </a:rPr>
              <a:t>mauris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tortor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Proin </a:t>
            </a:r>
            <a:r>
              <a:rPr sz="1400">
                <a:latin typeface="Helvetica Neue"/>
                <a:ea typeface="Helvetica Neue"/>
                <a:cs typeface="Helvetica Neue"/>
              </a:rPr>
              <a:t>mattis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nibh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risus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Nulla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tempor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elementum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dapibus</a:t>
            </a:r>
            <a:r>
              <a:rPr sz="1400"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 sz="1400">
                <a:latin typeface="Helvetica Neue"/>
                <a:ea typeface="Helvetica Neue"/>
                <a:cs typeface="Helvetica Neue"/>
              </a:rPr>
              <a:t>enim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fringilla</a:t>
            </a:r>
            <a:r>
              <a:rPr sz="1400">
                <a:latin typeface="Helvetica Neue"/>
                <a:ea typeface="Helvetica Neue"/>
                <a:cs typeface="Helvetica Neue"/>
              </a:rPr>
              <a:t> tempus nec in </a:t>
            </a:r>
            <a:r>
              <a:rPr sz="1400">
                <a:latin typeface="Helvetica Neue"/>
                <a:ea typeface="Helvetica Neue"/>
                <a:cs typeface="Helvetica Neue"/>
              </a:rPr>
              <a:t>lectus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400">
                <a:latin typeface="Helvetica Neue"/>
                <a:ea typeface="Helvetica Neue"/>
                <a:cs typeface="Helvetica Neue"/>
              </a:rPr>
              <a:t>amet</a:t>
            </a:r>
            <a:r>
              <a:rPr sz="1400">
                <a:latin typeface="Helvetica Neue"/>
                <a:ea typeface="Helvetica Neue"/>
                <a:cs typeface="Helvetica Neue"/>
              </a:rPr>
              <a:t>, </a:t>
            </a:r>
            <a:r>
              <a:rPr sz="14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elit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ultricies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quam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luctus</a:t>
            </a:r>
            <a:r>
              <a:rPr sz="1400">
                <a:latin typeface="Helvetica Neue"/>
                <a:ea typeface="Helvetica Neue"/>
                <a:cs typeface="Helvetica Neue"/>
              </a:rPr>
              <a:t> cursus. </a:t>
            </a:r>
            <a:r>
              <a:rPr sz="1400">
                <a:latin typeface="Helvetica Neue"/>
                <a:ea typeface="Helvetica Neue"/>
                <a:cs typeface="Helvetica Neue"/>
              </a:rPr>
              <a:t>Nullam</a:t>
            </a:r>
            <a:r>
              <a:rPr sz="14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400">
                <a:latin typeface="Helvetica Neue"/>
                <a:ea typeface="Helvetica Neue"/>
                <a:cs typeface="Helvetica Neue"/>
              </a:rPr>
              <a:t>mauris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tortor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Proin </a:t>
            </a:r>
            <a:r>
              <a:rPr sz="1400">
                <a:latin typeface="Helvetica Neue"/>
                <a:ea typeface="Helvetica Neue"/>
                <a:cs typeface="Helvetica Neue"/>
              </a:rPr>
              <a:t>mattis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nibh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risus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Nulla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tempor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elementum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dapibus</a:t>
            </a:r>
            <a:r>
              <a:rPr sz="1400"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 sz="1400">
                <a:latin typeface="Helvetica Neue"/>
                <a:ea typeface="Helvetica Neue"/>
                <a:cs typeface="Helvetica Neue"/>
              </a:rPr>
              <a:t>enim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fringilla</a:t>
            </a:r>
            <a:r>
              <a:rPr sz="1400">
                <a:latin typeface="Helvetica Neue"/>
                <a:ea typeface="Helvetica Neue"/>
                <a:cs typeface="Helvetica Neue"/>
              </a:rPr>
              <a:t> tempus nec in </a:t>
            </a:r>
            <a:r>
              <a:rPr sz="1400">
                <a:latin typeface="Helvetica Neue"/>
                <a:ea typeface="Helvetica Neue"/>
                <a:cs typeface="Helvetica Neue"/>
              </a:rPr>
              <a:t>lectus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Two column layout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400">
                <a:latin typeface="Helvetica Neue"/>
                <a:ea typeface="Helvetica Neue"/>
                <a:cs typeface="Helvetica Neue"/>
              </a:rPr>
              <a:t>amet</a:t>
            </a:r>
            <a:r>
              <a:rPr sz="1400">
                <a:latin typeface="Helvetica Neue"/>
                <a:ea typeface="Helvetica Neue"/>
                <a:cs typeface="Helvetica Neue"/>
              </a:rPr>
              <a:t>, </a:t>
            </a:r>
            <a:r>
              <a:rPr sz="14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elit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ultricies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quam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luctus</a:t>
            </a:r>
            <a:r>
              <a:rPr sz="1400">
                <a:latin typeface="Helvetica Neue"/>
                <a:ea typeface="Helvetica Neue"/>
                <a:cs typeface="Helvetica Neue"/>
              </a:rPr>
              <a:t> cursus. </a:t>
            </a:r>
            <a:r>
              <a:rPr sz="1400">
                <a:latin typeface="Helvetica Neue"/>
                <a:ea typeface="Helvetica Neue"/>
                <a:cs typeface="Helvetica Neue"/>
              </a:rPr>
              <a:t>Nullam</a:t>
            </a:r>
            <a:r>
              <a:rPr sz="14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400">
                <a:latin typeface="Helvetica Neue"/>
                <a:ea typeface="Helvetica Neue"/>
                <a:cs typeface="Helvetica Neue"/>
              </a:rPr>
              <a:t>mauris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tortor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Proin </a:t>
            </a:r>
            <a:r>
              <a:rPr sz="1400">
                <a:latin typeface="Helvetica Neue"/>
                <a:ea typeface="Helvetica Neue"/>
                <a:cs typeface="Helvetica Neue"/>
              </a:rPr>
              <a:t>mattis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nibh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risus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Nulla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tempor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elementum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dapibus</a:t>
            </a:r>
            <a:r>
              <a:rPr sz="1400"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 sz="1400">
                <a:latin typeface="Helvetica Neue"/>
                <a:ea typeface="Helvetica Neue"/>
                <a:cs typeface="Helvetica Neue"/>
              </a:rPr>
              <a:t>enim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fringilla</a:t>
            </a:r>
            <a:r>
              <a:rPr sz="1400">
                <a:latin typeface="Helvetica Neue"/>
                <a:ea typeface="Helvetica Neue"/>
                <a:cs typeface="Helvetica Neue"/>
              </a:rPr>
              <a:t> tempus nec in </a:t>
            </a:r>
            <a:r>
              <a:rPr sz="1400">
                <a:latin typeface="Helvetica Neue"/>
                <a:ea typeface="Helvetica Neue"/>
                <a:cs typeface="Helvetica Neue"/>
              </a:rPr>
              <a:t>lectus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400">
                <a:latin typeface="Helvetica Neue"/>
                <a:ea typeface="Helvetica Neue"/>
                <a:cs typeface="Helvetica Neue"/>
              </a:rPr>
              <a:t>amet</a:t>
            </a:r>
            <a:r>
              <a:rPr sz="1400">
                <a:latin typeface="Helvetica Neue"/>
                <a:ea typeface="Helvetica Neue"/>
                <a:cs typeface="Helvetica Neue"/>
              </a:rPr>
              <a:t>, </a:t>
            </a:r>
            <a:r>
              <a:rPr sz="14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elit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ultricies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quam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luctus</a:t>
            </a:r>
            <a:r>
              <a:rPr sz="1400">
                <a:latin typeface="Helvetica Neue"/>
                <a:ea typeface="Helvetica Neue"/>
                <a:cs typeface="Helvetica Neue"/>
              </a:rPr>
              <a:t> cursus. </a:t>
            </a:r>
            <a:r>
              <a:rPr sz="1400">
                <a:latin typeface="Helvetica Neue"/>
                <a:ea typeface="Helvetica Neue"/>
                <a:cs typeface="Helvetica Neue"/>
              </a:rPr>
              <a:t>Nullam</a:t>
            </a:r>
            <a:r>
              <a:rPr sz="14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400">
                <a:latin typeface="Helvetica Neue"/>
                <a:ea typeface="Helvetica Neue"/>
                <a:cs typeface="Helvetica Neue"/>
              </a:rPr>
              <a:t>mauris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tortor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Proin </a:t>
            </a:r>
            <a:r>
              <a:rPr sz="1400">
                <a:latin typeface="Helvetica Neue"/>
                <a:ea typeface="Helvetica Neue"/>
                <a:cs typeface="Helvetica Neue"/>
              </a:rPr>
              <a:t>mattis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nibh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risus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Nulla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tempor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elementum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dapibus</a:t>
            </a:r>
            <a:r>
              <a:rPr sz="1400"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 sz="1400">
                <a:latin typeface="Helvetica Neue"/>
                <a:ea typeface="Helvetica Neue"/>
                <a:cs typeface="Helvetica Neue"/>
              </a:rPr>
              <a:t>enim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fringilla</a:t>
            </a:r>
            <a:r>
              <a:rPr sz="1400">
                <a:latin typeface="Helvetica Neue"/>
                <a:ea typeface="Helvetica Neue"/>
                <a:cs typeface="Helvetica Neue"/>
              </a:rPr>
              <a:t> tempus nec in </a:t>
            </a:r>
            <a:r>
              <a:rPr sz="1400">
                <a:latin typeface="Helvetica Neue"/>
                <a:ea typeface="Helvetica Neue"/>
                <a:cs typeface="Helvetica Neue"/>
              </a:rPr>
              <a:t>lectus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400">
                <a:latin typeface="Helvetica Neue"/>
                <a:ea typeface="Helvetica Neue"/>
                <a:cs typeface="Helvetica Neue"/>
              </a:rPr>
              <a:t>amet</a:t>
            </a:r>
            <a:r>
              <a:rPr sz="1400">
                <a:latin typeface="Helvetica Neue"/>
                <a:ea typeface="Helvetica Neue"/>
                <a:cs typeface="Helvetica Neue"/>
              </a:rPr>
              <a:t>, </a:t>
            </a:r>
            <a:r>
              <a:rPr sz="14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elit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ultricies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quam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luctus</a:t>
            </a:r>
            <a:r>
              <a:rPr sz="1400">
                <a:latin typeface="Helvetica Neue"/>
                <a:ea typeface="Helvetica Neue"/>
                <a:cs typeface="Helvetica Neue"/>
              </a:rPr>
              <a:t> cursus. </a:t>
            </a:r>
            <a:r>
              <a:rPr sz="1400">
                <a:latin typeface="Helvetica Neue"/>
                <a:ea typeface="Helvetica Neue"/>
                <a:cs typeface="Helvetica Neue"/>
              </a:rPr>
              <a:t>Nullam</a:t>
            </a:r>
            <a:r>
              <a:rPr sz="14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400">
                <a:latin typeface="Helvetica Neue"/>
                <a:ea typeface="Helvetica Neue"/>
                <a:cs typeface="Helvetica Neue"/>
              </a:rPr>
              <a:t>mauris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tortor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Proin </a:t>
            </a:r>
            <a:r>
              <a:rPr sz="1400">
                <a:latin typeface="Helvetica Neue"/>
                <a:ea typeface="Helvetica Neue"/>
                <a:cs typeface="Helvetica Neue"/>
              </a:rPr>
              <a:t>mattis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nibh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risus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Nulla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tempor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elementum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dapibus</a:t>
            </a:r>
            <a:r>
              <a:rPr sz="1400"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 sz="1400">
                <a:latin typeface="Helvetica Neue"/>
                <a:ea typeface="Helvetica Neue"/>
                <a:cs typeface="Helvetica Neue"/>
              </a:rPr>
              <a:t>enim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fringilla</a:t>
            </a:r>
            <a:r>
              <a:rPr sz="1400">
                <a:latin typeface="Helvetica Neue"/>
                <a:ea typeface="Helvetica Neue"/>
                <a:cs typeface="Helvetica Neue"/>
              </a:rPr>
              <a:t> tempus nec in </a:t>
            </a:r>
            <a:r>
              <a:rPr sz="1400">
                <a:latin typeface="Helvetica Neue"/>
                <a:ea typeface="Helvetica Neue"/>
                <a:cs typeface="Helvetica Neue"/>
              </a:rPr>
              <a:t>lectus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838848"/>
            <a:ext cx="5533190" cy="415555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400">
                <a:latin typeface="Helvetica Neue"/>
                <a:ea typeface="Helvetica Neue"/>
                <a:cs typeface="Helvetica Neue"/>
              </a:rPr>
              <a:t>amet</a:t>
            </a:r>
            <a:r>
              <a:rPr sz="1400">
                <a:latin typeface="Helvetica Neue"/>
                <a:ea typeface="Helvetica Neue"/>
                <a:cs typeface="Helvetica Neue"/>
              </a:rPr>
              <a:t>, </a:t>
            </a:r>
            <a:r>
              <a:rPr sz="14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elit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ultricies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quam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luctus</a:t>
            </a:r>
            <a:r>
              <a:rPr sz="1400">
                <a:latin typeface="Helvetica Neue"/>
                <a:ea typeface="Helvetica Neue"/>
                <a:cs typeface="Helvetica Neue"/>
              </a:rPr>
              <a:t> cursus. </a:t>
            </a:r>
            <a:r>
              <a:rPr sz="1400">
                <a:latin typeface="Helvetica Neue"/>
                <a:ea typeface="Helvetica Neue"/>
                <a:cs typeface="Helvetica Neue"/>
              </a:rPr>
              <a:t>Nullam</a:t>
            </a:r>
            <a:r>
              <a:rPr sz="14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400">
                <a:latin typeface="Helvetica Neue"/>
                <a:ea typeface="Helvetica Neue"/>
                <a:cs typeface="Helvetica Neue"/>
              </a:rPr>
              <a:t>mauris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tortor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Proin </a:t>
            </a:r>
            <a:r>
              <a:rPr sz="1400">
                <a:latin typeface="Helvetica Neue"/>
                <a:ea typeface="Helvetica Neue"/>
                <a:cs typeface="Helvetica Neue"/>
              </a:rPr>
              <a:t>mattis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nibh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risus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Nulla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tempor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elementum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dapibus</a:t>
            </a:r>
            <a:r>
              <a:rPr sz="1400"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 sz="1400">
                <a:latin typeface="Helvetica Neue"/>
                <a:ea typeface="Helvetica Neue"/>
                <a:cs typeface="Helvetica Neue"/>
              </a:rPr>
              <a:t>enim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fringilla</a:t>
            </a:r>
            <a:r>
              <a:rPr sz="1400">
                <a:latin typeface="Helvetica Neue"/>
                <a:ea typeface="Helvetica Neue"/>
                <a:cs typeface="Helvetica Neue"/>
              </a:rPr>
              <a:t> tempus nec in </a:t>
            </a:r>
            <a:r>
              <a:rPr sz="1400">
                <a:latin typeface="Helvetica Neue"/>
                <a:ea typeface="Helvetica Neue"/>
                <a:cs typeface="Helvetica Neue"/>
              </a:rPr>
              <a:t>lectus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400">
                <a:latin typeface="Helvetica Neue"/>
                <a:ea typeface="Helvetica Neue"/>
                <a:cs typeface="Helvetica Neue"/>
              </a:rPr>
              <a:t>amet</a:t>
            </a:r>
            <a:r>
              <a:rPr sz="1400">
                <a:latin typeface="Helvetica Neue"/>
                <a:ea typeface="Helvetica Neue"/>
                <a:cs typeface="Helvetica Neue"/>
              </a:rPr>
              <a:t>, </a:t>
            </a:r>
            <a:r>
              <a:rPr sz="14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elit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ultricies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quam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luctus</a:t>
            </a:r>
            <a:r>
              <a:rPr sz="1400">
                <a:latin typeface="Helvetica Neue"/>
                <a:ea typeface="Helvetica Neue"/>
                <a:cs typeface="Helvetica Neue"/>
              </a:rPr>
              <a:t> cursus. </a:t>
            </a:r>
            <a:r>
              <a:rPr sz="1400">
                <a:latin typeface="Helvetica Neue"/>
                <a:ea typeface="Helvetica Neue"/>
                <a:cs typeface="Helvetica Neue"/>
              </a:rPr>
              <a:t>Nullam</a:t>
            </a:r>
            <a:r>
              <a:rPr sz="14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400">
                <a:latin typeface="Helvetica Neue"/>
                <a:ea typeface="Helvetica Neue"/>
                <a:cs typeface="Helvetica Neue"/>
              </a:rPr>
              <a:t>mauris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tortor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Proin </a:t>
            </a:r>
            <a:r>
              <a:rPr sz="1400">
                <a:latin typeface="Helvetica Neue"/>
                <a:ea typeface="Helvetica Neue"/>
                <a:cs typeface="Helvetica Neue"/>
              </a:rPr>
              <a:t>mattis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nibh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risus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Nulla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tempor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elementum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dapibus</a:t>
            </a:r>
            <a:r>
              <a:rPr sz="1400"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 sz="1400">
                <a:latin typeface="Helvetica Neue"/>
                <a:ea typeface="Helvetica Neue"/>
                <a:cs typeface="Helvetica Neue"/>
              </a:rPr>
              <a:t>enim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fringilla</a:t>
            </a:r>
            <a:r>
              <a:rPr sz="1400">
                <a:latin typeface="Helvetica Neue"/>
                <a:ea typeface="Helvetica Neue"/>
                <a:cs typeface="Helvetica Neue"/>
              </a:rPr>
              <a:t> tempus nec in </a:t>
            </a:r>
            <a:r>
              <a:rPr sz="1400">
                <a:latin typeface="Helvetica Neue"/>
                <a:ea typeface="Helvetica Neue"/>
                <a:cs typeface="Helvetica Neue"/>
              </a:rPr>
              <a:t>lectus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400">
                <a:latin typeface="Helvetica Neue"/>
                <a:ea typeface="Helvetica Neue"/>
                <a:cs typeface="Helvetica Neue"/>
              </a:rPr>
              <a:t>amet</a:t>
            </a:r>
            <a:r>
              <a:rPr sz="1400">
                <a:latin typeface="Helvetica Neue"/>
                <a:ea typeface="Helvetica Neue"/>
                <a:cs typeface="Helvetica Neue"/>
              </a:rPr>
              <a:t>, </a:t>
            </a:r>
            <a:r>
              <a:rPr sz="14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elit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ultricies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quam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luctus</a:t>
            </a:r>
            <a:r>
              <a:rPr sz="1400">
                <a:latin typeface="Helvetica Neue"/>
                <a:ea typeface="Helvetica Neue"/>
                <a:cs typeface="Helvetica Neue"/>
              </a:rPr>
              <a:t> cursus. </a:t>
            </a:r>
            <a:r>
              <a:rPr sz="1400">
                <a:latin typeface="Helvetica Neue"/>
                <a:ea typeface="Helvetica Neue"/>
                <a:cs typeface="Helvetica Neue"/>
              </a:rPr>
              <a:t>Nullam</a:t>
            </a:r>
            <a:r>
              <a:rPr sz="14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400">
                <a:latin typeface="Helvetica Neue"/>
                <a:ea typeface="Helvetica Neue"/>
                <a:cs typeface="Helvetica Neue"/>
              </a:rPr>
              <a:t>mauris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tortor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Proin </a:t>
            </a:r>
            <a:r>
              <a:rPr sz="1400">
                <a:latin typeface="Helvetica Neue"/>
                <a:ea typeface="Helvetica Neue"/>
                <a:cs typeface="Helvetica Neue"/>
              </a:rPr>
              <a:t>mattis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nibh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risus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Nulla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tempor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elementum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dapibus</a:t>
            </a:r>
            <a:r>
              <a:rPr sz="1400"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 sz="1400">
                <a:latin typeface="Helvetica Neue"/>
                <a:ea typeface="Helvetica Neue"/>
                <a:cs typeface="Helvetica Neue"/>
              </a:rPr>
              <a:t>enim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fringilla</a:t>
            </a:r>
            <a:r>
              <a:rPr sz="1400">
                <a:latin typeface="Helvetica Neue"/>
                <a:ea typeface="Helvetica Neue"/>
                <a:cs typeface="Helvetica Neue"/>
              </a:rPr>
              <a:t> tempus nec in </a:t>
            </a:r>
            <a:r>
              <a:rPr sz="1400">
                <a:latin typeface="Helvetica Neue"/>
                <a:ea typeface="Helvetica Neue"/>
                <a:cs typeface="Helvetica Neue"/>
              </a:rPr>
              <a:t>lectus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Two column layout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400">
                <a:latin typeface="Helvetica Neue"/>
                <a:ea typeface="Helvetica Neue"/>
                <a:cs typeface="Helvetica Neue"/>
              </a:rPr>
              <a:t>amet</a:t>
            </a:r>
            <a:r>
              <a:rPr sz="1400">
                <a:latin typeface="Helvetica Neue"/>
                <a:ea typeface="Helvetica Neue"/>
                <a:cs typeface="Helvetica Neue"/>
              </a:rPr>
              <a:t>, </a:t>
            </a:r>
            <a:r>
              <a:rPr sz="14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elit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ultricies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quam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luctus</a:t>
            </a:r>
            <a:r>
              <a:rPr sz="1400">
                <a:latin typeface="Helvetica Neue"/>
                <a:ea typeface="Helvetica Neue"/>
                <a:cs typeface="Helvetica Neue"/>
              </a:rPr>
              <a:t> cursus. </a:t>
            </a:r>
            <a:r>
              <a:rPr sz="1400">
                <a:latin typeface="Helvetica Neue"/>
                <a:ea typeface="Helvetica Neue"/>
                <a:cs typeface="Helvetica Neue"/>
              </a:rPr>
              <a:t>Nullam</a:t>
            </a:r>
            <a:r>
              <a:rPr sz="14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400">
                <a:latin typeface="Helvetica Neue"/>
                <a:ea typeface="Helvetica Neue"/>
                <a:cs typeface="Helvetica Neue"/>
              </a:rPr>
              <a:t>mauris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tortor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Proin </a:t>
            </a:r>
            <a:r>
              <a:rPr sz="1400">
                <a:latin typeface="Helvetica Neue"/>
                <a:ea typeface="Helvetica Neue"/>
                <a:cs typeface="Helvetica Neue"/>
              </a:rPr>
              <a:t>mattis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nibh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risus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Nulla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tempor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elementum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dapibus</a:t>
            </a:r>
            <a:r>
              <a:rPr sz="1400"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 sz="1400">
                <a:latin typeface="Helvetica Neue"/>
                <a:ea typeface="Helvetica Neue"/>
                <a:cs typeface="Helvetica Neue"/>
              </a:rPr>
              <a:t>enim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fringilla</a:t>
            </a:r>
            <a:r>
              <a:rPr sz="1400">
                <a:latin typeface="Helvetica Neue"/>
                <a:ea typeface="Helvetica Neue"/>
                <a:cs typeface="Helvetica Neue"/>
              </a:rPr>
              <a:t> tempus nec in </a:t>
            </a:r>
            <a:r>
              <a:rPr sz="1400">
                <a:latin typeface="Helvetica Neue"/>
                <a:ea typeface="Helvetica Neue"/>
                <a:cs typeface="Helvetica Neue"/>
              </a:rPr>
              <a:t>lectus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400">
                <a:latin typeface="Helvetica Neue"/>
                <a:ea typeface="Helvetica Neue"/>
                <a:cs typeface="Helvetica Neue"/>
              </a:rPr>
              <a:t>amet</a:t>
            </a:r>
            <a:r>
              <a:rPr sz="1400">
                <a:latin typeface="Helvetica Neue"/>
                <a:ea typeface="Helvetica Neue"/>
                <a:cs typeface="Helvetica Neue"/>
              </a:rPr>
              <a:t>, </a:t>
            </a:r>
            <a:r>
              <a:rPr sz="14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elit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ultricies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quam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luctus</a:t>
            </a:r>
            <a:r>
              <a:rPr sz="1400">
                <a:latin typeface="Helvetica Neue"/>
                <a:ea typeface="Helvetica Neue"/>
                <a:cs typeface="Helvetica Neue"/>
              </a:rPr>
              <a:t> cursus. </a:t>
            </a:r>
            <a:r>
              <a:rPr sz="1400">
                <a:latin typeface="Helvetica Neue"/>
                <a:ea typeface="Helvetica Neue"/>
                <a:cs typeface="Helvetica Neue"/>
              </a:rPr>
              <a:t>Nullam</a:t>
            </a:r>
            <a:r>
              <a:rPr sz="14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400">
                <a:latin typeface="Helvetica Neue"/>
                <a:ea typeface="Helvetica Neue"/>
                <a:cs typeface="Helvetica Neue"/>
              </a:rPr>
              <a:t>mauris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tortor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Proin </a:t>
            </a:r>
            <a:r>
              <a:rPr sz="1400">
                <a:latin typeface="Helvetica Neue"/>
                <a:ea typeface="Helvetica Neue"/>
                <a:cs typeface="Helvetica Neue"/>
              </a:rPr>
              <a:t>mattis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nibh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risus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Nulla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tempor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elementum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dapibus</a:t>
            </a:r>
            <a:r>
              <a:rPr sz="1400"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 sz="1400">
                <a:latin typeface="Helvetica Neue"/>
                <a:ea typeface="Helvetica Neue"/>
                <a:cs typeface="Helvetica Neue"/>
              </a:rPr>
              <a:t>enim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fringilla</a:t>
            </a:r>
            <a:r>
              <a:rPr sz="1400">
                <a:latin typeface="Helvetica Neue"/>
                <a:ea typeface="Helvetica Neue"/>
                <a:cs typeface="Helvetica Neue"/>
              </a:rPr>
              <a:t> tempus nec in </a:t>
            </a:r>
            <a:r>
              <a:rPr sz="1400">
                <a:latin typeface="Helvetica Neue"/>
                <a:ea typeface="Helvetica Neue"/>
                <a:cs typeface="Helvetica Neue"/>
              </a:rPr>
              <a:t>lectus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400">
                <a:latin typeface="Helvetica Neue"/>
                <a:ea typeface="Helvetica Neue"/>
                <a:cs typeface="Helvetica Neue"/>
              </a:rPr>
              <a:t>amet</a:t>
            </a:r>
            <a:r>
              <a:rPr sz="1400">
                <a:latin typeface="Helvetica Neue"/>
                <a:ea typeface="Helvetica Neue"/>
                <a:cs typeface="Helvetica Neue"/>
              </a:rPr>
              <a:t>, </a:t>
            </a:r>
            <a:r>
              <a:rPr sz="14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elit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ultricies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quam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luctus</a:t>
            </a:r>
            <a:r>
              <a:rPr sz="1400">
                <a:latin typeface="Helvetica Neue"/>
                <a:ea typeface="Helvetica Neue"/>
                <a:cs typeface="Helvetica Neue"/>
              </a:rPr>
              <a:t> cursus. </a:t>
            </a:r>
            <a:r>
              <a:rPr sz="1400">
                <a:latin typeface="Helvetica Neue"/>
                <a:ea typeface="Helvetica Neue"/>
                <a:cs typeface="Helvetica Neue"/>
              </a:rPr>
              <a:t>Nullam</a:t>
            </a:r>
            <a:r>
              <a:rPr sz="14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400">
                <a:latin typeface="Helvetica Neue"/>
                <a:ea typeface="Helvetica Neue"/>
                <a:cs typeface="Helvetica Neue"/>
              </a:rPr>
              <a:t>mauris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tortor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Proin </a:t>
            </a:r>
            <a:r>
              <a:rPr sz="1400">
                <a:latin typeface="Helvetica Neue"/>
                <a:ea typeface="Helvetica Neue"/>
                <a:cs typeface="Helvetica Neue"/>
              </a:rPr>
              <a:t>mattis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nibh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risus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latin typeface="Helvetica Neue"/>
                <a:ea typeface="Helvetica Neue"/>
                <a:cs typeface="Helvetica Neue"/>
              </a:rPr>
              <a:t>Nulla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tempor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elementum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dapibus</a:t>
            </a:r>
            <a:r>
              <a:rPr sz="1400"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 sz="1400">
                <a:latin typeface="Helvetica Neue"/>
                <a:ea typeface="Helvetica Neue"/>
                <a:cs typeface="Helvetica Neue"/>
              </a:rPr>
              <a:t>enim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fringilla</a:t>
            </a:r>
            <a:r>
              <a:rPr sz="1400">
                <a:latin typeface="Helvetica Neue"/>
                <a:ea typeface="Helvetica Neue"/>
                <a:cs typeface="Helvetica Neue"/>
              </a:rPr>
              <a:t> tempus nec in </a:t>
            </a:r>
            <a:r>
              <a:rPr sz="1400">
                <a:latin typeface="Helvetica Neue"/>
                <a:ea typeface="Helvetica Neue"/>
                <a:cs typeface="Helvetica Neue"/>
              </a:rPr>
              <a:t>lectus</a:t>
            </a:r>
            <a:r>
              <a:rPr sz="1400"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latin typeface="Helvetica Neue"/>
                <a:ea typeface="Helvetica Neue"/>
                <a:cs typeface="Helvetica Neue"/>
              </a:rPr>
              <a:t>dictumst</a:t>
            </a:r>
            <a:r>
              <a:rPr sz="1400"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3F6F69E-B773-8572-FA7F-ECBC6977592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671F7CA-962E-B7D5-11E1-86144832BC7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16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EE0017B1-61AD-F17E-4365-4C5366502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column layout with eight topics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8AB53F-D83E-C97D-48FB-E643E6A7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>
                <a:latin typeface="Helvetica Neue"/>
                <a:ea typeface="Helvetica Neue"/>
                <a:cs typeface="Helvetica Neue"/>
              </a:rPr>
              <a:t>amet</a:t>
            </a:r>
            <a:r>
              <a:rPr>
                <a:latin typeface="Helvetica Neue"/>
                <a:ea typeface="Helvetica Neue"/>
                <a:cs typeface="Helvetica Neue"/>
              </a:rPr>
              <a:t>, </a:t>
            </a:r>
            <a:r>
              <a:rPr>
                <a:latin typeface="Helvetica Neue"/>
                <a:ea typeface="Helvetica Neue"/>
                <a:cs typeface="Helvetica Neue"/>
              </a:rPr>
              <a:t>consectetur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adipiscing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elit</a:t>
            </a:r>
            <a:r>
              <a:rPr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latin typeface="Helvetica Neue"/>
                <a:ea typeface="Helvetica Neue"/>
                <a:cs typeface="Helvetica Neue"/>
              </a:rPr>
              <a:t>Pellentesque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ultricies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quam</a:t>
            </a:r>
            <a:r>
              <a:rPr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15B6FC25-43EA-8D50-20ED-40A075F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5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DC86E5BF-3A43-49E0-A1B8-91615035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amet, consectetur adipiscing elit. Pellentesque ultricies quam.</a:t>
            </a:r>
          </a:p>
        </p:txBody>
      </p:sp>
      <p:sp>
        <p:nvSpPr>
          <p:cNvPr id="6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941D607D-4DDA-372A-EE8A-A370B36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amet, consectetur adipiscing elit. Pellentesque ultricies quam.</a:t>
            </a:r>
          </a:p>
        </p:txBody>
      </p:sp>
      <p:sp>
        <p:nvSpPr>
          <p:cNvPr id="2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8EA52868-2F57-DCC5-19D5-764181B9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>
                <a:latin typeface="Helvetica Neue"/>
                <a:ea typeface="Helvetica Neue"/>
                <a:cs typeface="Helvetica Neue"/>
              </a:rPr>
              <a:t>amet</a:t>
            </a:r>
            <a:r>
              <a:rPr>
                <a:latin typeface="Helvetica Neue"/>
                <a:ea typeface="Helvetica Neue"/>
                <a:cs typeface="Helvetica Neue"/>
              </a:rPr>
              <a:t>, </a:t>
            </a:r>
            <a:r>
              <a:rPr>
                <a:latin typeface="Helvetica Neue"/>
                <a:ea typeface="Helvetica Neue"/>
                <a:cs typeface="Helvetica Neue"/>
              </a:rPr>
              <a:t>consectetur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adipiscing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elit</a:t>
            </a:r>
            <a:r>
              <a:rPr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latin typeface="Helvetica Neue"/>
                <a:ea typeface="Helvetica Neue"/>
                <a:cs typeface="Helvetica Neue"/>
              </a:rPr>
              <a:t>Pellentesque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ultricies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quam</a:t>
            </a:r>
            <a:r>
              <a:rPr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2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751AE029-57A0-A186-E791-1A4462A1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amet, consectetur adipiscing elit. Pellentesque ultricies quam.</a:t>
            </a:r>
          </a:p>
        </p:txBody>
      </p:sp>
      <p:sp>
        <p:nvSpPr>
          <p:cNvPr id="30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84CDE6A4-554E-3362-3E09-93D47FDC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amet, consectetur adipiscing elit. Pellentesque ultricies quam.</a:t>
            </a:r>
          </a:p>
        </p:txBody>
      </p:sp>
      <p:sp>
        <p:nvSpPr>
          <p:cNvPr id="31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E0575F69-0E47-58CD-4D15-A728423F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amet, consectetur adipiscing elit. Pellentesque ultricies quam.</a:t>
            </a:r>
          </a:p>
        </p:txBody>
      </p:sp>
    </p:spTree>
    <p:extLst>
      <p:ext uri="{BB962C8B-B14F-4D97-AF65-F5344CB8AC3E}">
        <p14:creationId xmlns:p14="http://schemas.microsoft.com/office/powerpoint/2010/main" val="3430789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Half text, half image slide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92bb704cb4ba3"/>
          <a:srcRect xmlns:a="http://schemas.openxmlformats.org/drawingml/2006/main" l="5428" t="29168" r="0" b="23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800">
                <a:latin typeface="Helvetica Neue"/>
                <a:ea typeface="Helvetica Neue"/>
                <a:cs typeface="Helvetica Neue"/>
              </a:rPr>
              <a:t>amet</a:t>
            </a:r>
            <a:r>
              <a:rPr sz="1800">
                <a:latin typeface="Helvetica Neue"/>
                <a:ea typeface="Helvetica Neue"/>
                <a:cs typeface="Helvetica Neue"/>
              </a:rPr>
              <a:t>, </a:t>
            </a:r>
            <a:r>
              <a:rPr sz="18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elit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ultricies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quam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luctus</a:t>
            </a:r>
            <a:r>
              <a:rPr sz="1800">
                <a:latin typeface="Helvetica Neue"/>
                <a:ea typeface="Helvetica Neue"/>
                <a:cs typeface="Helvetica Neue"/>
              </a:rPr>
              <a:t> cursus. </a:t>
            </a:r>
            <a:r>
              <a:rPr sz="1800">
                <a:latin typeface="Helvetica Neue"/>
                <a:ea typeface="Helvetica Neue"/>
                <a:cs typeface="Helvetica Neue"/>
              </a:rPr>
              <a:t>Nullam</a:t>
            </a:r>
            <a:r>
              <a:rPr sz="18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800">
                <a:latin typeface="Helvetica Neue"/>
                <a:ea typeface="Helvetica Neue"/>
                <a:cs typeface="Helvetica Neue"/>
              </a:rPr>
              <a:t>mauris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tortor</a:t>
            </a:r>
            <a:r>
              <a:rPr sz="1800">
                <a:latin typeface="Helvetica Neue"/>
                <a:ea typeface="Helvetica Neue"/>
                <a:cs typeface="Helvetica Neue"/>
              </a:rPr>
              <a:t>. In hac </a:t>
            </a:r>
            <a:r>
              <a:rPr sz="1800">
                <a:latin typeface="Helvetica Neue"/>
                <a:ea typeface="Helvetica Neue"/>
                <a:cs typeface="Helvetica Neue"/>
              </a:rPr>
              <a:t>habitasse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platea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dictumst</a:t>
            </a:r>
            <a:r>
              <a:rPr sz="1800">
                <a:latin typeface="Helvetica Neue"/>
                <a:ea typeface="Helvetica Neue"/>
                <a:cs typeface="Helvetica Neue"/>
              </a:rPr>
              <a:t>. Proin </a:t>
            </a:r>
            <a:r>
              <a:rPr sz="1800">
                <a:latin typeface="Helvetica Neue"/>
                <a:ea typeface="Helvetica Neue"/>
                <a:cs typeface="Helvetica Neue"/>
              </a:rPr>
              <a:t>mattis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nibh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risus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latin typeface="Helvetica Neue"/>
                <a:ea typeface="Helvetica Neue"/>
                <a:cs typeface="Helvetica Neue"/>
              </a:rPr>
              <a:t>Nulla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tempor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elementum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dapibus</a:t>
            </a:r>
            <a:r>
              <a:rPr sz="1800"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 sz="1800">
                <a:latin typeface="Helvetica Neue"/>
                <a:ea typeface="Helvetica Neue"/>
                <a:cs typeface="Helvetica Neue"/>
              </a:rPr>
              <a:t>enim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fringilla</a:t>
            </a:r>
            <a:r>
              <a:rPr sz="1800">
                <a:latin typeface="Helvetica Neue"/>
                <a:ea typeface="Helvetica Neue"/>
                <a:cs typeface="Helvetica Neue"/>
              </a:rPr>
              <a:t> tempus nec in </a:t>
            </a:r>
            <a:r>
              <a:rPr sz="1800">
                <a:latin typeface="Helvetica Neue"/>
                <a:ea typeface="Helvetica Neue"/>
                <a:cs typeface="Helvetica Neue"/>
              </a:rPr>
              <a:t>lectus</a:t>
            </a:r>
            <a:r>
              <a:rPr sz="1800">
                <a:latin typeface="Helvetica Neue"/>
                <a:ea typeface="Helvetica Neue"/>
                <a:cs typeface="Helvetica Neue"/>
              </a:rPr>
              <a:t>. In hac </a:t>
            </a:r>
            <a:r>
              <a:rPr sz="1800">
                <a:latin typeface="Helvetica Neue"/>
                <a:ea typeface="Helvetica Neue"/>
                <a:cs typeface="Helvetica Neue"/>
              </a:rPr>
              <a:t>habitasse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platea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dictumst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Half text, half image slide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adc0b04534c89"/>
          <a:srcRect xmlns:a="http://schemas.openxmlformats.org/drawingml/2006/main" l="5428" t="29168" r="0" b="23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800">
                <a:latin typeface="Helvetica Neue"/>
                <a:ea typeface="Helvetica Neue"/>
                <a:cs typeface="Helvetica Neue"/>
              </a:rPr>
              <a:t>amet</a:t>
            </a:r>
            <a:r>
              <a:rPr sz="1800">
                <a:latin typeface="Helvetica Neue"/>
                <a:ea typeface="Helvetica Neue"/>
                <a:cs typeface="Helvetica Neue"/>
              </a:rPr>
              <a:t>, </a:t>
            </a:r>
            <a:r>
              <a:rPr sz="18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elit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ultricies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quam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luctus</a:t>
            </a:r>
            <a:r>
              <a:rPr sz="1800">
                <a:latin typeface="Helvetica Neue"/>
                <a:ea typeface="Helvetica Neue"/>
                <a:cs typeface="Helvetica Neue"/>
              </a:rPr>
              <a:t> cursus. </a:t>
            </a:r>
            <a:r>
              <a:rPr sz="1800">
                <a:latin typeface="Helvetica Neue"/>
                <a:ea typeface="Helvetica Neue"/>
                <a:cs typeface="Helvetica Neue"/>
              </a:rPr>
              <a:t>Nullam</a:t>
            </a:r>
            <a:r>
              <a:rPr sz="18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800">
                <a:latin typeface="Helvetica Neue"/>
                <a:ea typeface="Helvetica Neue"/>
                <a:cs typeface="Helvetica Neue"/>
              </a:rPr>
              <a:t>mauris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tortor</a:t>
            </a:r>
            <a:r>
              <a:rPr sz="1800">
                <a:latin typeface="Helvetica Neue"/>
                <a:ea typeface="Helvetica Neue"/>
                <a:cs typeface="Helvetica Neue"/>
              </a:rPr>
              <a:t>. In hac </a:t>
            </a:r>
            <a:r>
              <a:rPr sz="1800">
                <a:latin typeface="Helvetica Neue"/>
                <a:ea typeface="Helvetica Neue"/>
                <a:cs typeface="Helvetica Neue"/>
              </a:rPr>
              <a:t>habitasse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platea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dictumst</a:t>
            </a:r>
            <a:r>
              <a:rPr sz="1800">
                <a:latin typeface="Helvetica Neue"/>
                <a:ea typeface="Helvetica Neue"/>
                <a:cs typeface="Helvetica Neue"/>
              </a:rPr>
              <a:t>. Proin </a:t>
            </a:r>
            <a:r>
              <a:rPr sz="1800">
                <a:latin typeface="Helvetica Neue"/>
                <a:ea typeface="Helvetica Neue"/>
                <a:cs typeface="Helvetica Neue"/>
              </a:rPr>
              <a:t>mattis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nibh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risus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latin typeface="Helvetica Neue"/>
                <a:ea typeface="Helvetica Neue"/>
                <a:cs typeface="Helvetica Neue"/>
              </a:rPr>
              <a:t>Nulla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tempor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elementum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dapibus</a:t>
            </a:r>
            <a:r>
              <a:rPr sz="1800"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 sz="1800">
                <a:latin typeface="Helvetica Neue"/>
                <a:ea typeface="Helvetica Neue"/>
                <a:cs typeface="Helvetica Neue"/>
              </a:rPr>
              <a:t>enim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fringilla</a:t>
            </a:r>
            <a:r>
              <a:rPr sz="1800">
                <a:latin typeface="Helvetica Neue"/>
                <a:ea typeface="Helvetica Neue"/>
                <a:cs typeface="Helvetica Neue"/>
              </a:rPr>
              <a:t> tempus nec in </a:t>
            </a:r>
            <a:r>
              <a:rPr sz="1800">
                <a:latin typeface="Helvetica Neue"/>
                <a:ea typeface="Helvetica Neue"/>
                <a:cs typeface="Helvetica Neue"/>
              </a:rPr>
              <a:t>lectus</a:t>
            </a:r>
            <a:r>
              <a:rPr sz="1800">
                <a:latin typeface="Helvetica Neue"/>
                <a:ea typeface="Helvetica Neue"/>
                <a:cs typeface="Helvetica Neue"/>
              </a:rPr>
              <a:t>. In hac </a:t>
            </a:r>
            <a:r>
              <a:rPr sz="1800">
                <a:latin typeface="Helvetica Neue"/>
                <a:ea typeface="Helvetica Neue"/>
                <a:cs typeface="Helvetica Neue"/>
              </a:rPr>
              <a:t>habitasse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platea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dictumst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Half text, half image slide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967ff2d744bc2"/>
          <a:srcRect xmlns:a="http://schemas.openxmlformats.org/drawingml/2006/main" l="5428" t="29168" r="0" b="23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800">
                <a:latin typeface="Helvetica Neue"/>
                <a:ea typeface="Helvetica Neue"/>
                <a:cs typeface="Helvetica Neue"/>
              </a:rPr>
              <a:t>amet</a:t>
            </a:r>
            <a:r>
              <a:rPr sz="1800">
                <a:latin typeface="Helvetica Neue"/>
                <a:ea typeface="Helvetica Neue"/>
                <a:cs typeface="Helvetica Neue"/>
              </a:rPr>
              <a:t>, </a:t>
            </a:r>
            <a:r>
              <a:rPr sz="18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elit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ultricies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quam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luctus</a:t>
            </a:r>
            <a:r>
              <a:rPr sz="1800">
                <a:latin typeface="Helvetica Neue"/>
                <a:ea typeface="Helvetica Neue"/>
                <a:cs typeface="Helvetica Neue"/>
              </a:rPr>
              <a:t> cursus. </a:t>
            </a:r>
            <a:r>
              <a:rPr sz="1800">
                <a:latin typeface="Helvetica Neue"/>
                <a:ea typeface="Helvetica Neue"/>
                <a:cs typeface="Helvetica Neue"/>
              </a:rPr>
              <a:t>Nullam</a:t>
            </a:r>
            <a:r>
              <a:rPr sz="18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800">
                <a:latin typeface="Helvetica Neue"/>
                <a:ea typeface="Helvetica Neue"/>
                <a:cs typeface="Helvetica Neue"/>
              </a:rPr>
              <a:t>mauris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tortor</a:t>
            </a:r>
            <a:r>
              <a:rPr sz="1800">
                <a:latin typeface="Helvetica Neue"/>
                <a:ea typeface="Helvetica Neue"/>
                <a:cs typeface="Helvetica Neue"/>
              </a:rPr>
              <a:t>. In hac </a:t>
            </a:r>
            <a:r>
              <a:rPr sz="1800">
                <a:latin typeface="Helvetica Neue"/>
                <a:ea typeface="Helvetica Neue"/>
                <a:cs typeface="Helvetica Neue"/>
              </a:rPr>
              <a:t>habitasse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platea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dictumst</a:t>
            </a:r>
            <a:r>
              <a:rPr sz="1800">
                <a:latin typeface="Helvetica Neue"/>
                <a:ea typeface="Helvetica Neue"/>
                <a:cs typeface="Helvetica Neue"/>
              </a:rPr>
              <a:t>. Proin </a:t>
            </a:r>
            <a:r>
              <a:rPr sz="1800">
                <a:latin typeface="Helvetica Neue"/>
                <a:ea typeface="Helvetica Neue"/>
                <a:cs typeface="Helvetica Neue"/>
              </a:rPr>
              <a:t>mattis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nibh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risus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latin typeface="Helvetica Neue"/>
                <a:ea typeface="Helvetica Neue"/>
                <a:cs typeface="Helvetica Neue"/>
              </a:rPr>
              <a:t>Nulla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tempor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elementum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dapibus</a:t>
            </a:r>
            <a:r>
              <a:rPr sz="1800"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 sz="1800">
                <a:latin typeface="Helvetica Neue"/>
                <a:ea typeface="Helvetica Neue"/>
                <a:cs typeface="Helvetica Neue"/>
              </a:rPr>
              <a:t>enim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fringilla</a:t>
            </a:r>
            <a:r>
              <a:rPr sz="1800">
                <a:latin typeface="Helvetica Neue"/>
                <a:ea typeface="Helvetica Neue"/>
                <a:cs typeface="Helvetica Neue"/>
              </a:rPr>
              <a:t> tempus nec in </a:t>
            </a:r>
            <a:r>
              <a:rPr sz="1800">
                <a:latin typeface="Helvetica Neue"/>
                <a:ea typeface="Helvetica Neue"/>
                <a:cs typeface="Helvetica Neue"/>
              </a:rPr>
              <a:t>lectus</a:t>
            </a:r>
            <a:r>
              <a:rPr sz="1800">
                <a:latin typeface="Helvetica Neue"/>
                <a:ea typeface="Helvetica Neue"/>
                <a:cs typeface="Helvetica Neue"/>
              </a:rPr>
              <a:t>. In hac </a:t>
            </a:r>
            <a:r>
              <a:rPr sz="1800">
                <a:latin typeface="Helvetica Neue"/>
                <a:ea typeface="Helvetica Neue"/>
                <a:cs typeface="Helvetica Neue"/>
              </a:rPr>
              <a:t>habitasse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platea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dictumst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34472" y="6037263"/>
            <a:ext cx="35687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22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Column chart with text and two stat callouts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12%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</a:t>
            </a:r>
            <a:br/>
            <a:r>
              <a:rPr sz="1400">
                <a:latin typeface="Helvetica Neue"/>
                <a:ea typeface="Helvetica Neue"/>
                <a:cs typeface="Helvetica Neue"/>
              </a:rPr>
              <a:t>sit amet, consectetur</a:t>
            </a: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12%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</a:t>
            </a:r>
            <a:br/>
            <a:r>
              <a:rPr sz="1400">
                <a:latin typeface="Helvetica Neue"/>
                <a:ea typeface="Helvetica Neue"/>
                <a:cs typeface="Helvetica Neue"/>
              </a:rPr>
              <a:t>sit amet, consectetur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1709230"/>
            <a:ext cx="5331640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Proin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mattis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nibh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risus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graphicFrame>
        <p:nvGraphicFramePr>
          <p:cNvPr id="53" name="Chart 2"/>
          <p:cNvGraphicFramePr/>
          <p:nvPr/>
        </p:nvGraphicFramePr>
        <p:xfrm>
          <a:off xmlns:a="http://schemas.openxmlformats.org/drawingml/2006/main" x="634472" y="1322449"/>
          <a:ext xmlns:a="http://schemas.openxmlformats.org/drawingml/2006/main" cx="5029728" cy="478459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8cc4f9498f47fb"/>
          </a:graphicData>
        </a:graphic>
      </p:graphicFrame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20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Chart with three cards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0871A73-A37A-1E7C-6089-9D4D7E09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C7B8C8B-F20A-31B8-CB9E-D406AEA7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25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06E7539-B6D2-84FE-7719-21D73815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393700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0BFF6E-013F-2CA5-21F9-98283DFC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688632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25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4E18E5B-6405-1268-D0C6-02B9E1F8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8153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F7239E1-4EF6-5723-3651-1149031A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7646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25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graphicFrame>
        <p:nvGraphicFramePr>
          <p:cNvPr id="544" name="Chart 3"/>
          <p:cNvGraphicFramePr/>
          <p:nvPr/>
        </p:nvGraphicFramePr>
        <p:xfrm>
          <a:off xmlns:a="http://schemas.openxmlformats.org/drawingml/2006/main" x="408690" y="1054100"/>
          <a:ext xmlns:a="http://schemas.openxmlformats.org/drawingml/2006/main" cx="5124182" cy="545200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edd0a7b81f4f43"/>
          </a:graphicData>
        </a:graphic>
      </p:graphicFrame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Half text, half image slide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18c6b24da451b"/>
          <a:srcRect xmlns:a="http://schemas.openxmlformats.org/drawingml/2006/main" l="5428" t="29168" r="0" b="23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800">
                <a:latin typeface="Helvetica Neue"/>
                <a:ea typeface="Helvetica Neue"/>
                <a:cs typeface="Helvetica Neue"/>
              </a:rPr>
              <a:t>amet</a:t>
            </a:r>
            <a:r>
              <a:rPr sz="1800">
                <a:latin typeface="Helvetica Neue"/>
                <a:ea typeface="Helvetica Neue"/>
                <a:cs typeface="Helvetica Neue"/>
              </a:rPr>
              <a:t>, </a:t>
            </a:r>
            <a:r>
              <a:rPr sz="18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elit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ultricies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quam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luctus</a:t>
            </a:r>
            <a:r>
              <a:rPr sz="1800">
                <a:latin typeface="Helvetica Neue"/>
                <a:ea typeface="Helvetica Neue"/>
                <a:cs typeface="Helvetica Neue"/>
              </a:rPr>
              <a:t> cursus. </a:t>
            </a:r>
            <a:r>
              <a:rPr sz="1800">
                <a:latin typeface="Helvetica Neue"/>
                <a:ea typeface="Helvetica Neue"/>
                <a:cs typeface="Helvetica Neue"/>
              </a:rPr>
              <a:t>Nullam</a:t>
            </a:r>
            <a:r>
              <a:rPr sz="18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800">
                <a:latin typeface="Helvetica Neue"/>
                <a:ea typeface="Helvetica Neue"/>
                <a:cs typeface="Helvetica Neue"/>
              </a:rPr>
              <a:t>mauris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tortor</a:t>
            </a:r>
            <a:r>
              <a:rPr sz="1800">
                <a:latin typeface="Helvetica Neue"/>
                <a:ea typeface="Helvetica Neue"/>
                <a:cs typeface="Helvetica Neue"/>
              </a:rPr>
              <a:t>. In hac </a:t>
            </a:r>
            <a:r>
              <a:rPr sz="1800">
                <a:latin typeface="Helvetica Neue"/>
                <a:ea typeface="Helvetica Neue"/>
                <a:cs typeface="Helvetica Neue"/>
              </a:rPr>
              <a:t>habitasse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platea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dictumst</a:t>
            </a:r>
            <a:r>
              <a:rPr sz="1800">
                <a:latin typeface="Helvetica Neue"/>
                <a:ea typeface="Helvetica Neue"/>
                <a:cs typeface="Helvetica Neue"/>
              </a:rPr>
              <a:t>. Proin </a:t>
            </a:r>
            <a:r>
              <a:rPr sz="1800">
                <a:latin typeface="Helvetica Neue"/>
                <a:ea typeface="Helvetica Neue"/>
                <a:cs typeface="Helvetica Neue"/>
              </a:rPr>
              <a:t>mattis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nibh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risus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latin typeface="Helvetica Neue"/>
                <a:ea typeface="Helvetica Neue"/>
                <a:cs typeface="Helvetica Neue"/>
              </a:rPr>
              <a:t>Nulla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tempor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elementum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dapibus</a:t>
            </a:r>
            <a:r>
              <a:rPr sz="1800"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 sz="1800">
                <a:latin typeface="Helvetica Neue"/>
                <a:ea typeface="Helvetica Neue"/>
                <a:cs typeface="Helvetica Neue"/>
              </a:rPr>
              <a:t>enim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fringilla</a:t>
            </a:r>
            <a:r>
              <a:rPr sz="1800">
                <a:latin typeface="Helvetica Neue"/>
                <a:ea typeface="Helvetica Neue"/>
                <a:cs typeface="Helvetica Neue"/>
              </a:rPr>
              <a:t> tempus nec in </a:t>
            </a:r>
            <a:r>
              <a:rPr sz="1800">
                <a:latin typeface="Helvetica Neue"/>
                <a:ea typeface="Helvetica Neue"/>
                <a:cs typeface="Helvetica Neue"/>
              </a:rPr>
              <a:t>lectus</a:t>
            </a:r>
            <a:r>
              <a:rPr sz="1800">
                <a:latin typeface="Helvetica Neue"/>
                <a:ea typeface="Helvetica Neue"/>
                <a:cs typeface="Helvetica Neue"/>
              </a:rPr>
              <a:t>. In hac </a:t>
            </a:r>
            <a:r>
              <a:rPr sz="1800">
                <a:latin typeface="Helvetica Neue"/>
                <a:ea typeface="Helvetica Neue"/>
                <a:cs typeface="Helvetica Neue"/>
              </a:rPr>
              <a:t>habitasse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platea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dictumst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Intro and 2x2 card grid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Topic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Proin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mattis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nibh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risus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tempor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elementum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dapibus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Half text, half image slide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c41bab43f4dab"/>
          <a:srcRect xmlns:a="http://schemas.openxmlformats.org/drawingml/2006/main" l="5428" t="29168" r="0" b="23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800">
                <a:latin typeface="Helvetica Neue"/>
                <a:ea typeface="Helvetica Neue"/>
                <a:cs typeface="Helvetica Neue"/>
              </a:rPr>
              <a:t>amet</a:t>
            </a:r>
            <a:r>
              <a:rPr sz="1800">
                <a:latin typeface="Helvetica Neue"/>
                <a:ea typeface="Helvetica Neue"/>
                <a:cs typeface="Helvetica Neue"/>
              </a:rPr>
              <a:t>, </a:t>
            </a:r>
            <a:r>
              <a:rPr sz="18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elit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ultricies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quam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luctus</a:t>
            </a:r>
            <a:r>
              <a:rPr sz="1800">
                <a:latin typeface="Helvetica Neue"/>
                <a:ea typeface="Helvetica Neue"/>
                <a:cs typeface="Helvetica Neue"/>
              </a:rPr>
              <a:t> cursus. </a:t>
            </a:r>
            <a:r>
              <a:rPr sz="1800">
                <a:latin typeface="Helvetica Neue"/>
                <a:ea typeface="Helvetica Neue"/>
                <a:cs typeface="Helvetica Neue"/>
              </a:rPr>
              <a:t>Nullam</a:t>
            </a:r>
            <a:r>
              <a:rPr sz="18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800">
                <a:latin typeface="Helvetica Neue"/>
                <a:ea typeface="Helvetica Neue"/>
                <a:cs typeface="Helvetica Neue"/>
              </a:rPr>
              <a:t>mauris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tortor</a:t>
            </a:r>
            <a:r>
              <a:rPr sz="1800">
                <a:latin typeface="Helvetica Neue"/>
                <a:ea typeface="Helvetica Neue"/>
                <a:cs typeface="Helvetica Neue"/>
              </a:rPr>
              <a:t>. In hac </a:t>
            </a:r>
            <a:r>
              <a:rPr sz="1800">
                <a:latin typeface="Helvetica Neue"/>
                <a:ea typeface="Helvetica Neue"/>
                <a:cs typeface="Helvetica Neue"/>
              </a:rPr>
              <a:t>habitasse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platea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dictumst</a:t>
            </a:r>
            <a:r>
              <a:rPr sz="1800">
                <a:latin typeface="Helvetica Neue"/>
                <a:ea typeface="Helvetica Neue"/>
                <a:cs typeface="Helvetica Neue"/>
              </a:rPr>
              <a:t>. Proin </a:t>
            </a:r>
            <a:r>
              <a:rPr sz="1800">
                <a:latin typeface="Helvetica Neue"/>
                <a:ea typeface="Helvetica Neue"/>
                <a:cs typeface="Helvetica Neue"/>
              </a:rPr>
              <a:t>mattis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nibh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risus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latin typeface="Helvetica Neue"/>
                <a:ea typeface="Helvetica Neue"/>
                <a:cs typeface="Helvetica Neue"/>
              </a:rPr>
              <a:t>Nulla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tempor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elementum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dapibus</a:t>
            </a:r>
            <a:r>
              <a:rPr sz="1800"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 sz="1800">
                <a:latin typeface="Helvetica Neue"/>
                <a:ea typeface="Helvetica Neue"/>
                <a:cs typeface="Helvetica Neue"/>
              </a:rPr>
              <a:t>enim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fringilla</a:t>
            </a:r>
            <a:r>
              <a:rPr sz="1800">
                <a:latin typeface="Helvetica Neue"/>
                <a:ea typeface="Helvetica Neue"/>
                <a:cs typeface="Helvetica Neue"/>
              </a:rPr>
              <a:t> tempus nec in </a:t>
            </a:r>
            <a:r>
              <a:rPr sz="1800">
                <a:latin typeface="Helvetica Neue"/>
                <a:ea typeface="Helvetica Neue"/>
                <a:cs typeface="Helvetica Neue"/>
              </a:rPr>
              <a:t>lectus</a:t>
            </a:r>
            <a:r>
              <a:rPr sz="1800">
                <a:latin typeface="Helvetica Neue"/>
                <a:ea typeface="Helvetica Neue"/>
                <a:cs typeface="Helvetica Neue"/>
              </a:rPr>
              <a:t>. In hac </a:t>
            </a:r>
            <a:r>
              <a:rPr sz="1800">
                <a:latin typeface="Helvetica Neue"/>
                <a:ea typeface="Helvetica Neue"/>
                <a:cs typeface="Helvetica Neue"/>
              </a:rPr>
              <a:t>habitasse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platea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dictumst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Intro with four topics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Item or topic </a:t>
            </a:r>
            <a:br/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title goes here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Item or topic </a:t>
            </a:r>
            <a:br/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title goes here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Item or topic </a:t>
            </a:r>
            <a:br/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title goes here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Item or topic </a:t>
            </a:r>
            <a:br/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title goes here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800">
                <a:latin typeface="Helvetica Neue"/>
                <a:ea typeface="Helvetica Neue"/>
                <a:cs typeface="Helvetica Neue"/>
              </a:rPr>
              <a:t>amet</a:t>
            </a:r>
            <a:r>
              <a:rPr sz="1800">
                <a:latin typeface="Helvetica Neue"/>
                <a:ea typeface="Helvetica Neue"/>
                <a:cs typeface="Helvetica Neue"/>
              </a:rPr>
              <a:t>, </a:t>
            </a:r>
            <a:r>
              <a:rPr sz="18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elit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ultricies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quam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luctus</a:t>
            </a:r>
            <a:r>
              <a:rPr sz="1800">
                <a:latin typeface="Helvetica Neue"/>
                <a:ea typeface="Helvetica Neue"/>
                <a:cs typeface="Helvetica Neue"/>
              </a:rPr>
              <a:t> cursus. </a:t>
            </a:r>
            <a:r>
              <a:rPr sz="1800">
                <a:latin typeface="Helvetica Neue"/>
                <a:ea typeface="Helvetica Neue"/>
                <a:cs typeface="Helvetica Neue"/>
              </a:rPr>
              <a:t>Nullam</a:t>
            </a:r>
            <a:r>
              <a:rPr sz="18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800">
                <a:latin typeface="Helvetica Neue"/>
                <a:ea typeface="Helvetica Neue"/>
                <a:cs typeface="Helvetica Neue"/>
              </a:rPr>
              <a:t>mauris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tortor</a:t>
            </a:r>
            <a:r>
              <a:rPr sz="1800">
                <a:latin typeface="Helvetica Neue"/>
                <a:ea typeface="Helvetica Neue"/>
                <a:cs typeface="Helvetica Neue"/>
              </a:rPr>
              <a:t>. In hac </a:t>
            </a:r>
            <a:r>
              <a:rPr sz="1800">
                <a:latin typeface="Helvetica Neue"/>
                <a:ea typeface="Helvetica Neue"/>
                <a:cs typeface="Helvetica Neue"/>
              </a:rPr>
              <a:t>habitasse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platea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dictumst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Quam </a:t>
            </a:r>
            <a:r>
              <a:rPr sz="1800"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luctus</a:t>
            </a:r>
            <a:r>
              <a:rPr sz="1800">
                <a:latin typeface="Helvetica Neue"/>
                <a:ea typeface="Helvetica Neue"/>
                <a:cs typeface="Helvetica Neue"/>
              </a:rPr>
              <a:t> cursus. </a:t>
            </a:r>
            <a:r>
              <a:rPr sz="1800">
                <a:latin typeface="Helvetica Neue"/>
                <a:ea typeface="Helvetica Neue"/>
                <a:cs typeface="Helvetica Neue"/>
              </a:rPr>
              <a:t>Nullam</a:t>
            </a:r>
            <a:r>
              <a:rPr sz="18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800">
                <a:latin typeface="Helvetica Neue"/>
                <a:ea typeface="Helvetica Neue"/>
                <a:cs typeface="Helvetica Neue"/>
              </a:rPr>
              <a:t>mauris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tortor</a:t>
            </a:r>
            <a:r>
              <a:rPr sz="1800">
                <a:latin typeface="Helvetica Neue"/>
                <a:ea typeface="Helvetica Neue"/>
                <a:cs typeface="Helvetica Neue"/>
              </a:rPr>
              <a:t>. In hac </a:t>
            </a:r>
            <a:r>
              <a:rPr sz="1800">
                <a:latin typeface="Helvetica Neue"/>
                <a:ea typeface="Helvetica Neue"/>
                <a:cs typeface="Helvetica Neue"/>
              </a:rPr>
              <a:t>habitasse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platea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dictumst</a:t>
            </a:r>
            <a:r>
              <a:rPr sz="1800">
                <a:latin typeface="Helvetica Neue"/>
                <a:ea typeface="Helvetica Neue"/>
                <a:cs typeface="Helvetica Neu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2026-07-27T20:59:36.3110000Z</dcterms:created>
  <dcterms:modified xsi:type="dcterms:W3CDTF">2026-07-27T20:59:36.3110000Z</dcterms:modified>
</coreProperties>
</file>